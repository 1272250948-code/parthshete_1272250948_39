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3200" b="1">
                <a:solidFill>
                  <a:srgbClr val="141414"/>
                </a:solidFill>
                <a:latin typeface="Aptos"/>
              </a:rPr>
              <a:t>5 User Personas &amp; Journey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0">
                <a:solidFill>
                  <a:srgbClr val="696969"/>
                </a:solidFill>
                <a:latin typeface="Aptos"/>
              </a:rPr>
              <a:t>Investment / Trading Platform UX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423160"/>
            <a:ext cx="10835640" cy="73152"/>
          </a:xfrm>
          <a:prstGeom prst="rect">
            <a:avLst/>
          </a:prstGeom>
          <a:solidFill>
            <a:srgbClr val="CFE0FA"/>
          </a:solidFill>
          <a:ln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Aptos"/>
              </a:rPr>
              <a:t>Based on the usability review of Groww and Zerodha in the provided Excel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29000"/>
            <a:ext cx="105156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696969"/>
                </a:solidFill>
                <a:latin typeface="Aptos"/>
              </a:rPr>
              <a:t>The personas focus on learnability, navigation, efficiency, feedback, error recovery, trust, accessibility and personalization.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98348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Aptos"/>
              </a:rPr>
              <a:t>5 personas • 5 journey stages • task + feeling + improvement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UX / UI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1: Aarav Mehta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21 years • College student • First-time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Understand investing quickly and start with confidence without needing expert help.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Beginner, price-conscious, mobile-first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 &amp; 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Invest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Monitor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Opens app
Looks for beginner options
Uses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Browses categories
Reads simple explanations
Checks key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2–3 options
Checks fees
Looks for guidance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Enters details
Reviews order
Confirms investment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confirmation
Wants clear status
Saves details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Curious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Engaged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Unsure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Nervous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Reassured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Goal-based onboarding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Clearer navigation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Fees + risks beside options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Simple error guidance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confirmation + status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Investment platform UX • Persona 1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2: Rohan Kulkarni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27 years • Active trader • Frequent platform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Complete trading actions quickly with minimal steps and clear system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Speed-focused, experienced, efficiency-driven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 &amp; 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Invest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Monitor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Opens platform
Searches a stock
Checks market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Uses watchlist
Filters information
Scans key values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price movement
Reviews details
Makes a quick decision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Places order
Checks warnings
Confirms transaction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Monitors status
Checks execution
Reviews alerts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Focused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Confident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Alert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Impatient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Satisfied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Quick-access dashboard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Fewer navigation steps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Real-time feedback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Stronger warnings before actions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execution status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Investment platform UX • Persona 2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3: Priya Shah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32 years • Salaried professional • Research-oriented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Research investments carefully and understand information before making a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Research-heavy, analytical, needs clarity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 &amp; 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Invest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Monitor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Searches investment
Reads educational content
Explores categories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Filters information
Reviews company details
Checks charts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options
Checks performance
Reviews risks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Reviews order details
Checks charges
Confirms 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Verifies transaction
Checks portfolio
Looks for updates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Interested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Hopeful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Confused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Cautious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Reassured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Better learning paths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Cleaner information hierarchy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Comparison tools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Transparent fees + risks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Detailed confirmation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Investment platform UX • Persona 3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4: Vikram Joshi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40 years • Long-term investor • Trust-focused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Make investment decisions safely and feel confident that every action is secure and reversible.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Careful, trust-focused, desktop-oriented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 &amp; 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Invest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Monitor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Opens platform
Checks account
Searches investments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Browses categories
Checks availability
Reviews information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Compares credibility
Checks performance
Reviews warnings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Verifies details
Checks risk prompts
Confirms payment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Reviews status
Checks records
Confirms completion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Task-focused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Concerned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Careful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Anxious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Confident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Account-focused navigation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Clear system status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Trust and security signals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Better error recovery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Detailed transaction records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Investment platform UX • Persona 4 of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Persona 5: Sneha Patil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25 years • Young professional • Mobile-first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024128"/>
            <a:ext cx="11201400" cy="658368"/>
          </a:xfrm>
          <a:prstGeom prst="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78992"/>
            <a:ext cx="71780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141414"/>
                </a:solidFill>
                <a:latin typeface="Aptos"/>
              </a:rPr>
              <a:t>Discover relevant investment choices quickly while getting useful 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14300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1">
                <a:solidFill>
                  <a:srgbClr val="192332"/>
                </a:solidFill>
                <a:latin typeface="Aptos"/>
              </a:rPr>
              <a:t>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78992"/>
            <a:ext cx="22402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20" b="0">
                <a:solidFill>
                  <a:srgbClr val="141414"/>
                </a:solidFill>
                <a:latin typeface="Aptos"/>
              </a:rPr>
              <a:t>Mobile-first, personalization-seeking, convenience-driven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847088"/>
            <a:ext cx="1600200" cy="566928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14538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141414"/>
                </a:solidFill>
                <a:latin typeface="Aptos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055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Discover &amp; 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50791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Explore &amp;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Compare &amp; Decide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640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Invest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8" y="1847088"/>
            <a:ext cx="1920240" cy="566928"/>
          </a:xfrm>
          <a:prstGeom prst="rect">
            <a:avLst/>
          </a:prstGeom>
          <a:solidFill>
            <a:srgbClr val="CFE0FA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1512" y="1920240"/>
            <a:ext cx="1810512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30" b="1">
                <a:solidFill>
                  <a:srgbClr val="141414"/>
                </a:solidFill>
                <a:latin typeface="Aptos"/>
              </a:rPr>
              <a:t>Monitor &amp;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414016"/>
            <a:ext cx="160020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1453896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141414"/>
                </a:solidFill>
                <a:latin typeface="Aptos"/>
              </a:rPr>
              <a:t>TASK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7568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8541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Uses mobile search
Checks suggestions
Explores investments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2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0565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Browses recommendations
Uses filters
Checks popular choices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2589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Reads ratings/data
Checks key metrics
Looks for relevant picks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4613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Uses saved details
Completes action quickly
Checks payment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6648" y="2414016"/>
            <a:ext cx="1920240" cy="2148840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66376" y="2578608"/>
            <a:ext cx="1700784" cy="1892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Checks confirmation
Monitors portfolio
Looks for updates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62856"/>
            <a:ext cx="1600200" cy="62179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1453896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70" b="1">
                <a:solidFill>
                  <a:srgbClr val="141414"/>
                </a:solidFill>
                <a:latin typeface="Aptos"/>
              </a:rPr>
              <a:t>FEELING
ADJECTIVE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3055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Excited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9592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0791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Interested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Skeptical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9127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Impatient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45628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11512" y="4709160"/>
            <a:ext cx="181051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Happy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84648"/>
            <a:ext cx="16002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330952"/>
            <a:ext cx="1490472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80" b="1">
                <a:solidFill>
                  <a:srgbClr val="141414"/>
                </a:solidFill>
                <a:latin typeface="Aptos"/>
              </a:rPr>
              <a:t>IMPROVEMENT
OPPORTUNITIES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Personalized discovery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9592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8736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Smarter filters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1616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0760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Relevant recommendations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3640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2784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One-tap actions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56648" y="5184648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48088" y="5294376"/>
            <a:ext cx="17373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1050" b="0">
                <a:solidFill>
                  <a:srgbClr val="141414"/>
                </a:solidFill>
                <a:latin typeface="Aptos"/>
              </a:rPr>
              <a:t>Personalized alerts + updates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Investment platform UX • Persona 5 of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Aptos"/>
              </a:rPr>
              <a:t>What These 5 Personas Reveal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696969"/>
                </a:solidFill>
                <a:latin typeface="Aptos"/>
              </a:rPr>
              <a:t>Design priorities derived from the Groww vs Zerodha comparison in the provided Excel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3716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1. Learnability &amp;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373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Groww scores higher for learnability and navigation. Keep the interface simple, organized and easy for first-time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349240" cy="1325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3716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2. Interaction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7373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Zerodha is stronger in efficiency and performance perception. Reduce steps and make frequent actions faster.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9718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3. Feedback &amp; Error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Strengthen confirmations, warnings and recovery paths. Clear system status can reduce uncertainty during important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5349240" cy="1325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9718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4. Trust &amp; Accessibility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37560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Both have room to improve accessibility. Combine readable content with stronger trust, security and transparent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434840"/>
            <a:ext cx="5349240" cy="132588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CF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572000"/>
            <a:ext cx="5020055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192332"/>
                </a:solidFill>
                <a:latin typeface="Aptos"/>
              </a:rPr>
              <a:t>5. Personalization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937759"/>
            <a:ext cx="5020055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80" b="0">
                <a:solidFill>
                  <a:srgbClr val="141414"/>
                </a:solidFill>
                <a:latin typeface="Aptos"/>
              </a:rPr>
              <a:t>Groww scores higher on personalization. Add relevant recommendations while keeping the interface minimal and consistent.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DCF0E0"/>
          </a:solidFill>
          <a:ln w="12700">
            <a:solidFill>
              <a:srgbClr val="AA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6217920"/>
            <a:ext cx="1060704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1">
                <a:solidFill>
                  <a:srgbClr val="141414"/>
                </a:solidFill>
                <a:latin typeface="Aptos"/>
              </a:rPr>
              <a:t>Priority: combine Groww's beginner-friendly simplicity with Zerodha's speed, feedback and trading efficiency.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11155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50" b="0">
                <a:solidFill>
                  <a:srgbClr val="696969"/>
                </a:solidFill>
                <a:latin typeface="Aptos"/>
              </a:rPr>
              <a:t>Design recommendation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sumedh punekar</cp:lastModifiedBy>
  <cp:revision>2</cp:revision>
  <dcterms:created xsi:type="dcterms:W3CDTF">2013-01-27T09:14:16Z</dcterms:created>
  <dcterms:modified xsi:type="dcterms:W3CDTF">2026-08-11T06:07:43Z</dcterms:modified>
  <cp:category/>
</cp:coreProperties>
</file>